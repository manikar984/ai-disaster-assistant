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9E8E-DEBE-B65E-9FD4-2DA62679D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29231-45C8-5A21-A2C9-EA6E1BE6B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0743A-ADA1-2791-792E-9E62E690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C2604-70F4-83E3-6027-FDC5E821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735E8-2F70-FBC6-5E8C-143A8A2B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54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A6C0-A20B-E6EB-1868-E4962FB3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85490-88C5-E344-F30A-DA5D1361B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FE06D-D325-0EBC-C2C3-52AE1DDA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C158C-E754-B6E8-34CD-5C06D5AF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A43F0-55B7-308D-5A88-F2369033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70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980F-1261-84EC-EFC5-E488CC9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4D1D8-F3AD-6D4F-0309-A5BAAA23C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C7BF3-AB26-93FD-135F-68910693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A1631-5553-85E2-5195-006849E5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2DFFA-5446-5140-FA82-DBA6E5A1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9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D656-3274-4BB8-34E4-3C3B8A99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C389-DDDB-DA8B-E3D9-13B556F91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B9941-1FDF-6F76-65CC-D8BBB0709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98B8B-492F-96AF-1CB4-CB3853A2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719A-30DA-C7B3-B7DA-D1D972EC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F6E42-D890-46F3-D7BC-784BF4F7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94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CCBA-8E1D-F1B8-9EBD-197EA0C0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3DFED-20BC-0130-3C0E-2E68E0C46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668B5-4259-E18C-73F9-B918C211D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AA928-7A17-CD88-10D1-CB1DC69E1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2CD1D-6884-784D-0C05-6526CA953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BF7E8-E087-D74D-0195-CB2E3480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F9754-CFF8-BFB7-E026-11B5D57E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FFD93-EBB1-E6F5-4675-9124C424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16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73DA-1E7F-D6E0-5706-8B282567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B08A2-656A-F61D-4BA3-15D0BBD6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1B0D5-DAD1-B607-FA47-995DC6C5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A454C-26CF-684A-8D7D-2E7C4125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F0D2B-6D20-B775-1E07-E71BF430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6F3277-9305-8621-F275-433916FC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1DC64-2AF5-F443-2F6A-F9CB6A07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27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D495-3539-FD57-00C8-7D7AC45D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CFCE-79E8-6D47-1159-BDA25904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246A0-0AAA-8505-851B-8621917E5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F83BE-042D-54C3-A937-9101BDAB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07D6E-0491-12F4-867D-DCC14FE2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9A481-6D0D-0AC7-46A7-C1CC1D44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30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4EBB-9ACF-AF9A-0D47-F2C137B3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2A3CE-AC70-59EC-17CB-049FC21E8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50044-455C-F171-400B-A67C32CB9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3ECC-F78F-92FE-7001-A41F3C25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B34D7-61B8-900F-1246-B705C7FD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C6079-7289-64C4-8E58-0EA1C0B0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7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A626-7D57-E4C5-6FCB-636D8A2C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A17ED-CB31-1476-3582-EAF5425E4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7EACA-3496-D656-451A-E3C7D17D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7F838-CDE2-A4C8-BC05-004DE4FC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5F74E-7441-9092-84B7-BE5DDDE1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78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E08096-B46E-F068-8E6A-B26DB4154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6B8C4-514A-1F20-D315-35026CFEC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CF89-BF15-9B74-7979-AC58CBBE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3F68B-40BD-7C94-ECE5-97320698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B0A0F-6A8B-2324-38E7-2001A66C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92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D1690-CDA8-34BE-53D9-790560F4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728B-B7FA-2157-2D24-CF4FD8BF9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AAEB-551E-FC6B-271A-7BDE4E703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0DB1A-220B-40FA-92AD-A70F6F2F7960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75138-B3B7-C62C-0A64-95C47731B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BC141-952E-3863-83A0-B1C1CC020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66245-C0C0-4B00-A2E6-0A460775B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23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28E1-0D77-C3AF-BEA1-56F356602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AI-Powered Disaster Assistant</a:t>
            </a:r>
            <a:br>
              <a:rPr lang="en-IN" dirty="0"/>
            </a:br>
            <a:r>
              <a:rPr lang="en-IN" dirty="0"/>
              <a:t>     </a:t>
            </a:r>
            <a:r>
              <a:rPr lang="en-IN" sz="4000" dirty="0"/>
              <a:t>An Intelligent System for Disaster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14D17-FB91-EB2D-5B0B-0E2DBB82E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3819" y="4496774"/>
            <a:ext cx="5427406" cy="1655762"/>
          </a:xfrm>
        </p:spPr>
        <p:txBody>
          <a:bodyPr/>
          <a:lstStyle/>
          <a:p>
            <a:r>
              <a:rPr lang="en-IN" dirty="0"/>
              <a:t>TEAM : MANIKAR REDDY KOTHAKAPU</a:t>
            </a:r>
          </a:p>
        </p:txBody>
      </p:sp>
    </p:spTree>
    <p:extLst>
      <p:ext uri="{BB962C8B-B14F-4D97-AF65-F5344CB8AC3E}">
        <p14:creationId xmlns:p14="http://schemas.microsoft.com/office/powerpoint/2010/main" val="86015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A5FC-8708-9467-775B-2C95CC42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2B9C-841F-7C53-0B0D-60480F08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Disaster information on social media often goes unnoticed or delayed.</a:t>
            </a:r>
            <a:br>
              <a:rPr lang="en-US" dirty="0"/>
            </a:br>
            <a:r>
              <a:rPr lang="en-US" dirty="0"/>
              <a:t>There’s a need for an AI tool that can analyze posts, detect possible disasters, and visualize their impact in real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70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4906-3054-846D-C1DE-B75B88C8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355F-B347-3A48-8006-4DEB3DCCF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Post → Keyword Detection → Classification → Severity Analysis → Summarization → Visualization (Map)</a:t>
            </a:r>
          </a:p>
        </p:txBody>
      </p:sp>
    </p:spTree>
    <p:extLst>
      <p:ext uri="{BB962C8B-B14F-4D97-AF65-F5344CB8AC3E}">
        <p14:creationId xmlns:p14="http://schemas.microsoft.com/office/powerpoint/2010/main" val="151384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1CFF-AD1D-8448-E6B9-BEF0E55A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2C36-D9C2-D575-049D-839DEFF54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Detect disaster-related posts automatically.</a:t>
            </a:r>
          </a:p>
          <a:p>
            <a:r>
              <a:rPr lang="en-US" dirty="0"/>
              <a:t>Classify severity levels (High, Medium, Low).</a:t>
            </a:r>
          </a:p>
          <a:p>
            <a:r>
              <a:rPr lang="en-US" dirty="0"/>
              <a:t>Provide concise summaries of incidents.</a:t>
            </a:r>
          </a:p>
          <a:p>
            <a:r>
              <a:rPr lang="en-US" dirty="0"/>
              <a:t>Visualize disasters on an interactive map.</a:t>
            </a:r>
          </a:p>
          <a:p>
            <a:r>
              <a:rPr lang="en-US" dirty="0"/>
              <a:t>Allow live user input for real-time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287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FE01-8678-FC37-7979-4C983840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ECA940-4898-CED4-8BA9-11CC007ED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220" y="1932280"/>
            <a:ext cx="1066830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Dataset: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Pre-collected disaster posts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disaster_data.json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X/Twitter API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Features: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Text, Location, Timestamp, Severity.</a:t>
            </a:r>
          </a:p>
        </p:txBody>
      </p:sp>
    </p:spTree>
    <p:extLst>
      <p:ext uri="{BB962C8B-B14F-4D97-AF65-F5344CB8AC3E}">
        <p14:creationId xmlns:p14="http://schemas.microsoft.com/office/powerpoint/2010/main" val="3321903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C937-818E-37A7-DE40-A6BCFC5E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 /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4F60BB-146D-468B-6FDB-5B80AEFC3F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0750"/>
            <a:ext cx="939391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 and preprocess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Keyword-based disaster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Severity detection using NLP heuristics.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Summarization (CPU-friendly).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 visualization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Folium.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input and live analysis.</a:t>
            </a:r>
          </a:p>
        </p:txBody>
      </p:sp>
    </p:spTree>
    <p:extLst>
      <p:ext uri="{BB962C8B-B14F-4D97-AF65-F5344CB8AC3E}">
        <p14:creationId xmlns:p14="http://schemas.microsoft.com/office/powerpoint/2010/main" val="428331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1D31-351A-8D32-8887-003DEC53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D9039C-9476-288E-695A-C201137BCB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5054"/>
            <a:ext cx="950933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disaster detection from social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with filtering by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visualization with severity-based markers.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Summarized disaster information for quick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live user input and updates dataset dynamically.</a:t>
            </a:r>
          </a:p>
        </p:txBody>
      </p:sp>
    </p:spTree>
    <p:extLst>
      <p:ext uri="{BB962C8B-B14F-4D97-AF65-F5344CB8AC3E}">
        <p14:creationId xmlns:p14="http://schemas.microsoft.com/office/powerpoint/2010/main" val="86396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616E-E63D-07DB-0736-68895AA4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055" y="1641988"/>
            <a:ext cx="4541274" cy="2449794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412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E450-A975-DF7F-B217-5B49FBC6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&amp; Solutions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C6930-6896-199D-9AD4-1E73D150A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Challenge:</a:t>
            </a:r>
            <a:r>
              <a:rPr lang="en-IN" dirty="0"/>
              <a:t> API rate limits &amp; real-time data fetching</a:t>
            </a:r>
          </a:p>
          <a:p>
            <a:pPr lvl="1"/>
            <a:r>
              <a:rPr lang="en-IN" sz="2800" b="1" dirty="0"/>
              <a:t>Solution:</a:t>
            </a:r>
            <a:r>
              <a:rPr lang="en-IN" sz="2800" dirty="0"/>
              <a:t> Use cached/static dataset fallback</a:t>
            </a:r>
          </a:p>
          <a:p>
            <a:r>
              <a:rPr lang="en-IN" b="1" dirty="0"/>
              <a:t>Challenge:</a:t>
            </a:r>
            <a:r>
              <a:rPr lang="en-IN" dirty="0"/>
              <a:t> CPU constraints for summarization</a:t>
            </a:r>
          </a:p>
          <a:p>
            <a:pPr lvl="1"/>
            <a:r>
              <a:rPr lang="en-IN" sz="2800" b="1" dirty="0"/>
              <a:t>Solution:</a:t>
            </a:r>
            <a:r>
              <a:rPr lang="en-IN" sz="2800" dirty="0"/>
              <a:t> Simple word-based summarization</a:t>
            </a:r>
          </a:p>
          <a:p>
            <a:r>
              <a:rPr lang="en-IN" b="1" dirty="0"/>
              <a:t>Challenge:</a:t>
            </a:r>
            <a:r>
              <a:rPr lang="en-IN" dirty="0"/>
              <a:t> Mapping user input location</a:t>
            </a:r>
          </a:p>
          <a:p>
            <a:pPr lvl="1"/>
            <a:r>
              <a:rPr lang="en-IN" sz="2800" b="1" dirty="0"/>
              <a:t>Solution:</a:t>
            </a:r>
            <a:r>
              <a:rPr lang="en-IN" sz="2800" dirty="0"/>
              <a:t> Default to “Unknown” with optional manual update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307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183C-AD34-33E6-984F-49A3E177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33332A-A598-810A-FC78-69EC77FEF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2951"/>
            <a:ext cx="1068112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system successfully detects and visualizes disasters.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static datasets and live social media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actionable insights with interactive dashboard.</a:t>
            </a:r>
          </a:p>
        </p:txBody>
      </p:sp>
    </p:spTree>
    <p:extLst>
      <p:ext uri="{BB962C8B-B14F-4D97-AF65-F5344CB8AC3E}">
        <p14:creationId xmlns:p14="http://schemas.microsoft.com/office/powerpoint/2010/main" val="3231910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311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AI-Powered Disaster Assistant      An Intelligent System for Disaster Management</vt:lpstr>
      <vt:lpstr>Problem Statement</vt:lpstr>
      <vt:lpstr>System Workflow</vt:lpstr>
      <vt:lpstr>Objective</vt:lpstr>
      <vt:lpstr>Data Sources</vt:lpstr>
      <vt:lpstr>Methodology / Workflow</vt:lpstr>
      <vt:lpstr>Key Features</vt:lpstr>
      <vt:lpstr>Thank You</vt:lpstr>
      <vt:lpstr>Challenges &amp; Solutions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Manikar Kothakapu</dc:creator>
  <cp:lastModifiedBy>Manikar Kothakapu</cp:lastModifiedBy>
  <cp:revision>2</cp:revision>
  <dcterms:created xsi:type="dcterms:W3CDTF">2025-10-11T11:06:43Z</dcterms:created>
  <dcterms:modified xsi:type="dcterms:W3CDTF">2025-10-12T06:48:09Z</dcterms:modified>
</cp:coreProperties>
</file>